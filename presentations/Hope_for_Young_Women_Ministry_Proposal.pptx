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1488" y="548640"/>
            <a:ext cx="1188720" cy="118872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79796" y="726948"/>
            <a:ext cx="832104" cy="83210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135728" y="1965960"/>
            <a:ext cx="1920240" cy="365760"/>
          </a:xfrm>
          <a:prstGeom prst="roundRect">
            <a:avLst>
              <a:gd name="adj" fmla="val 50000"/>
            </a:avLst>
          </a:prstGeom>
          <a:solidFill>
            <a:srgbClr val="5C2839"/>
          </a:solidFill>
          <a:ln/>
        </p:spPr>
      </p:sp>
      <p:sp>
        <p:nvSpPr>
          <p:cNvPr id="5" name="Text 2"/>
          <p:cNvSpPr/>
          <p:nvPr/>
        </p:nvSpPr>
        <p:spPr>
          <a:xfrm>
            <a:off x="5135728" y="1965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KENYA  ·  2025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26060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HOPE FOR YOUNG WOMEN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548640" y="329184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spc="400" kern="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MINISTRY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31520" y="3977640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E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Restoring Dignity. Rebuilding Lives. Showing God's Love.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1371600" y="4572000"/>
            <a:ext cx="94484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A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proposal to walk alongside young women and the vulnerable —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9A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hardship into a life lived with dignity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9A9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partners, donors &amp; friends of the ministry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Need We Answer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5212080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our communities, countless young women face hardship that goes unseen — girls pushed into marriage before they are ready, wives widowed too soon, mothers left to carry grief alone. Without support, sorrow can harden into depression, and depression into isolation.</a:t>
            </a: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endParaRPr lang="en-US" sz="14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struggles are common across many communities in Kenya, yet the women living through them are rarely given space to grieve, heal, or dream again.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035040" y="1325880"/>
            <a:ext cx="566928" cy="566928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5748" y="1416588"/>
            <a:ext cx="385511" cy="3855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12280" y="13075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Marriage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812280" y="161848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girls are given in marriage before they are ready to face what life demands.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035040" y="2496312"/>
            <a:ext cx="566928" cy="566928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5748" y="2587020"/>
            <a:ext cx="385511" cy="3855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12280" y="24780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&amp; Grief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6812280" y="278892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sudden death of a spouse can plunge a woman into overwhelming darkness.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035040" y="3666744"/>
            <a:ext cx="566928" cy="566928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748" y="3757452"/>
            <a:ext cx="385511" cy="38551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12280" y="36484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Isolation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6812280" y="395935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Unprocessed grief often deepens into depression and withdrawal from community.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6035040" y="4837176"/>
            <a:ext cx="566928" cy="566928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5748" y="4927884"/>
            <a:ext cx="385511" cy="38551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812280" y="481888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Safety Net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6812280" y="512978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support, vulnerable women can be left with nowhere to turn.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FOR YOUNG WOMEN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We Exist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for Young Women exists to meet women in that darkest place and walk with them toward a life restored — because the end of one chapter should never be mistaken for the end of the story.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3657600"/>
            <a:ext cx="5212080" cy="1463040"/>
          </a:xfrm>
          <a:prstGeom prst="roundRect">
            <a:avLst>
              <a:gd name="adj" fmla="val 6250"/>
            </a:avLst>
          </a:prstGeom>
          <a:solidFill>
            <a:srgbClr val="F7F1E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657600"/>
            <a:ext cx="4663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i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can do all things through Christ who strengthens me.”</a:t>
            </a:r>
            <a:endParaRPr lang="en-US" sz="15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Philippians 4:13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309360" y="1371600"/>
            <a:ext cx="5333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Areas of Focus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309360" y="1965960"/>
            <a:ext cx="621792" cy="621792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847" y="2065447"/>
            <a:ext cx="422819" cy="4228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132320" y="19476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Nurture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132320" y="231343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 personal relationships between young women and God through prayer.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309360" y="3383280"/>
            <a:ext cx="621792" cy="621792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847" y="3482767"/>
            <a:ext cx="422819" cy="42281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32320" y="33649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Mentorship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132320" y="373075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Connecting young women with mature mentors who model faith and life convictions.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309360" y="4800600"/>
            <a:ext cx="621792" cy="621792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847" y="4900087"/>
            <a:ext cx="422819" cy="4228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132320" y="47823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Outreach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132320" y="5148072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Equipping young women with skills and knowledge to become self-reliant.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FOR YOUNG WOMEN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20640" cy="6858000"/>
          </a:xfrm>
          <a:prstGeom prst="roundRect">
            <a:avLst>
              <a:gd name="adj" fmla="val 1429"/>
            </a:avLst>
          </a:prstGeom>
          <a:solidFill>
            <a:srgbClr val="E8E2D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43430" y="2574950"/>
            <a:ext cx="1433779" cy="143377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" y="410017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Photo: Pst. Sarah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577840" y="502920"/>
            <a:ext cx="60652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Testimony</a:t>
            </a:r>
            <a:endParaRPr lang="en-US" sz="3200" dirty="0"/>
          </a:p>
        </p:txBody>
      </p:sp>
      <p:sp>
        <p:nvSpPr>
          <p:cNvPr id="6" name="Text 3"/>
          <p:cNvSpPr/>
          <p:nvPr/>
        </p:nvSpPr>
        <p:spPr>
          <a:xfrm>
            <a:off x="5577840" y="1371600"/>
            <a:ext cx="606521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for Young Women was born from the true story of Pastor Sarah. Her journey — through hardship, loss, and ultimately restoration — showed us that no woman's story has to end in her darkest moment.</a:t>
            </a: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endParaRPr lang="en-US" sz="1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B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proposal shares her testimony as the foundation of our work, alongside the mission, programs, and testimonials of the women we have since had the privilege to walk with.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577840" y="4572000"/>
            <a:ext cx="6065215" cy="1371600"/>
          </a:xfrm>
          <a:prstGeom prst="roundRect">
            <a:avLst>
              <a:gd name="adj" fmla="val 6667"/>
            </a:avLst>
          </a:prstGeom>
          <a:solidFill>
            <a:srgbClr val="F7F1EA"/>
          </a:solidFill>
          <a:ln/>
        </p:spPr>
      </p:sp>
      <p:sp>
        <p:nvSpPr>
          <p:cNvPr id="8" name="Text 5"/>
          <p:cNvSpPr/>
          <p:nvPr/>
        </p:nvSpPr>
        <p:spPr>
          <a:xfrm>
            <a:off x="5806440" y="4709160"/>
            <a:ext cx="5608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“Every woman deserves a life lived in dignity — not defined by her lowest moment.”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FOR YOUNG WOMEN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Testimony — Early Life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417320"/>
            <a:ext cx="658368" cy="6583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173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91640" y="1399032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Large, Polygamous Family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1801368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Pastor Sarah grew up in a polygamous household — her father had three wives, and she was raised among twenty sisters and fourteen brothers.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31520" y="2788920"/>
            <a:ext cx="658368" cy="6583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27889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2770632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Married at Eighteen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3172968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just eighteen years old, she was given in marriage — stepping into adulthood before she was fully ready for what life would demand.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31520" y="4114800"/>
            <a:ext cx="658368" cy="658368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114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691640" y="4096512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Widowed at Twenty-One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91640" y="4498848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age of twenty-one, her husband had died, leaving her with two young sons and no property to her name.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31520" y="5532120"/>
            <a:ext cx="10728655" cy="960120"/>
          </a:xfrm>
          <a:prstGeom prst="roundRect">
            <a:avLst>
              <a:gd name="adj" fmla="val 7619"/>
            </a:avLst>
          </a:prstGeom>
          <a:solidFill>
            <a:srgbClr val="F7F1E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5623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31520" y="6099048"/>
            <a:ext cx="3576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Wives in the household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307738" y="5623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307738" y="6099048"/>
            <a:ext cx="3576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Sisters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83957" y="5623560"/>
            <a:ext cx="35762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7883957" y="6099048"/>
            <a:ext cx="35762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Brothers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FOR YOUNG WOMEN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Testimony — The Darkest Season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00200"/>
            <a:ext cx="658368" cy="65836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91640" y="1581912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Left with Nothing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1984248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late husband's family seized every possession and blamed her for his death, leaving her with two sons and nothing to fall back 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658368" cy="658368"/>
          </a:xfrm>
          <a:prstGeom prst="ellipse">
            <a:avLst/>
          </a:prstGeom>
          <a:solidFill>
            <a:srgbClr val="6D2E46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1546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3136392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Mother's Rescue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3538728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own mother believed in her and took her in, together with her two sons, giving them a place to heal and restart their lives.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892040"/>
            <a:ext cx="10728655" cy="1097280"/>
          </a:xfrm>
          <a:prstGeom prst="roundRect">
            <a:avLst>
              <a:gd name="adj" fmla="val 8333"/>
            </a:avLst>
          </a:prstGeom>
          <a:solidFill>
            <a:srgbClr val="F7F1EA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892040"/>
            <a:ext cx="107286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i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“This was the beginning of hope in her life.”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FOR YOUNG WOMEN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Testimony — A New Beginning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691640"/>
            <a:ext cx="658368" cy="65836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916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91640" y="1673352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New Beginning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691640" y="2075688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 later remarried a man of God, who has been her spiritual guide and pillar of support ever since.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1520" y="3246120"/>
            <a:ext cx="658368" cy="65836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324612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691640" y="3227832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Vision Born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91640" y="3630168"/>
            <a:ext cx="92656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Sarah's journey inspired Hope for Young Women — a place where women can rebuild their lives with dignity.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731520" y="4846320"/>
            <a:ext cx="10728655" cy="1143000"/>
          </a:xfrm>
          <a:prstGeom prst="roundRect">
            <a:avLst>
              <a:gd name="adj" fmla="val 8000"/>
            </a:avLst>
          </a:prstGeom>
          <a:solidFill>
            <a:srgbClr val="4A1F3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846320"/>
            <a:ext cx="1072865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“There is a life to be lived with dignity.”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FOR YOUNG WOMEN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Mission &amp; Vision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141732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527048"/>
            <a:ext cx="466344" cy="4663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691640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822960" y="22860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restore the dignity of young women and the vulnerable through counsel, community, and spiritual support — rebuilding lives marked by hope, and showing them the love of God at every step.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46520" y="1417320"/>
            <a:ext cx="685800" cy="685800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6248" y="1527048"/>
            <a:ext cx="466344" cy="46634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315200" y="14630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Vision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6446520" y="228600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E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community where no young woman sees hardship as the end of her story — where every woman knows a life of dignity, purpose, and God's love is still hers to live.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1706842" y="4343400"/>
            <a:ext cx="731520" cy="731520"/>
          </a:xfrm>
          <a:prstGeom prst="ellipse">
            <a:avLst/>
          </a:prstGeom>
          <a:solidFill>
            <a:srgbClr val="5C2839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3885" y="4460443"/>
            <a:ext cx="497434" cy="49743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31520" y="5166360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Dignity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389006" y="4343400"/>
            <a:ext cx="731520" cy="731520"/>
          </a:xfrm>
          <a:prstGeom prst="ellipse">
            <a:avLst/>
          </a:prstGeom>
          <a:solidFill>
            <a:srgbClr val="5C2839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06049" y="4460443"/>
            <a:ext cx="497434" cy="49743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413684" y="5166360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Restoration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7071169" y="4343400"/>
            <a:ext cx="731520" cy="731520"/>
          </a:xfrm>
          <a:prstGeom prst="ellipse">
            <a:avLst/>
          </a:prstGeom>
          <a:solidFill>
            <a:srgbClr val="5C2839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8213" y="4460443"/>
            <a:ext cx="497434" cy="49743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095848" y="5166360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</a:t>
            </a:r>
            <a:endParaRPr lang="en-US" sz="1300" dirty="0"/>
          </a:p>
        </p:txBody>
      </p:sp>
      <p:sp>
        <p:nvSpPr>
          <p:cNvPr id="20" name="Shape 13"/>
          <p:cNvSpPr/>
          <p:nvPr/>
        </p:nvSpPr>
        <p:spPr>
          <a:xfrm>
            <a:off x="9753333" y="4343400"/>
            <a:ext cx="731520" cy="731520"/>
          </a:xfrm>
          <a:prstGeom prst="ellipse">
            <a:avLst/>
          </a:prstGeom>
          <a:solidFill>
            <a:srgbClr val="5C2839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0377" y="4460443"/>
            <a:ext cx="497434" cy="49743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778011" y="5166360"/>
            <a:ext cx="26821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</a:t>
            </a:r>
            <a:endParaRPr lang="en-US" sz="1300" dirty="0"/>
          </a:p>
        </p:txBody>
      </p:sp>
      <p:sp>
        <p:nvSpPr>
          <p:cNvPr id="23" name="Text 15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FOR YOUNG WOMEN</a:t>
            </a:r>
            <a:endParaRPr lang="en-US" sz="900" dirty="0"/>
          </a:p>
        </p:txBody>
      </p:sp>
      <p:sp>
        <p:nvSpPr>
          <p:cNvPr id="24" name="Text 16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181448" cy="1920240"/>
          </a:xfrm>
          <a:prstGeom prst="roundRect">
            <a:avLst>
              <a:gd name="adj" fmla="val 3810"/>
            </a:avLst>
          </a:prstGeom>
          <a:solidFill>
            <a:srgbClr val="F7F1EA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5373" y="1794053"/>
            <a:ext cx="435254" cy="4352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45920" y="1673352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Counseling &amp; Spiritual Support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463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One-on-one and group support to process grief and rebuild faith.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95848" y="1417320"/>
            <a:ext cx="5181448" cy="1920240"/>
          </a:xfrm>
          <a:prstGeom prst="roundRect">
            <a:avLst>
              <a:gd name="adj" fmla="val 3810"/>
            </a:avLst>
          </a:prstGeom>
          <a:solidFill>
            <a:srgbClr val="F7F1EA"/>
          </a:solidFill>
          <a:ln/>
        </p:spPr>
      </p:sp>
      <p:sp>
        <p:nvSpPr>
          <p:cNvPr id="9" name="Shape 6"/>
          <p:cNvSpPr/>
          <p:nvPr/>
        </p:nvSpPr>
        <p:spPr>
          <a:xfrm>
            <a:off x="6370168" y="169164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580" y="1794053"/>
            <a:ext cx="435254" cy="43525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193128" y="1673352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Training &amp; Empowerment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6370168" y="2468880"/>
            <a:ext cx="463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Vocational training and small-business support toward financial independence.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3657600"/>
            <a:ext cx="5181448" cy="1920240"/>
          </a:xfrm>
          <a:prstGeom prst="roundRect">
            <a:avLst>
              <a:gd name="adj" fmla="val 3810"/>
            </a:avLst>
          </a:prstGeom>
          <a:solidFill>
            <a:srgbClr val="F7F1EA"/>
          </a:solidFill>
          <a:ln/>
        </p:spPr>
      </p:sp>
      <p:sp>
        <p:nvSpPr>
          <p:cNvPr id="14" name="Shape 10"/>
          <p:cNvSpPr/>
          <p:nvPr/>
        </p:nvSpPr>
        <p:spPr>
          <a:xfrm>
            <a:off x="822960" y="393192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373" y="4034333"/>
            <a:ext cx="435254" cy="4352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45920" y="3913632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&amp; Mentorship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822960" y="4709160"/>
            <a:ext cx="463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circles where women walk alongside one another as they heal.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6095848" y="3657600"/>
            <a:ext cx="5181448" cy="1920240"/>
          </a:xfrm>
          <a:prstGeom prst="roundRect">
            <a:avLst>
              <a:gd name="adj" fmla="val 3810"/>
            </a:avLst>
          </a:prstGeom>
          <a:solidFill>
            <a:srgbClr val="F7F1EA"/>
          </a:solidFill>
          <a:ln/>
        </p:spPr>
      </p:sp>
      <p:sp>
        <p:nvSpPr>
          <p:cNvPr id="19" name="Shape 14"/>
          <p:cNvSpPr/>
          <p:nvPr/>
        </p:nvSpPr>
        <p:spPr>
          <a:xfrm>
            <a:off x="6370168" y="3931920"/>
            <a:ext cx="640080" cy="64008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580" y="4034333"/>
            <a:ext cx="435254" cy="43525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193128" y="3913632"/>
            <a:ext cx="38098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Emergency Support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370168" y="4709160"/>
            <a:ext cx="463280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practical assistance for widows and women in crisis.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FOR YOUNG WOMEN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Voices of Hope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Testimonials from young women the program has walked with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54298" cy="4480560"/>
          </a:xfrm>
          <a:prstGeom prst="roundRect">
            <a:avLst>
              <a:gd name="adj" fmla="val 2118"/>
            </a:avLst>
          </a:prstGeom>
          <a:solidFill>
            <a:srgbClr val="F7F1EA"/>
          </a:solidFill>
          <a:ln/>
        </p:spPr>
      </p:sp>
      <p:sp>
        <p:nvSpPr>
          <p:cNvPr id="5" name="Shape 3"/>
          <p:cNvSpPr/>
          <p:nvPr/>
        </p:nvSpPr>
        <p:spPr>
          <a:xfrm>
            <a:off x="1772869" y="1920240"/>
            <a:ext cx="1005840" cy="1005840"/>
          </a:xfrm>
          <a:prstGeom prst="ellipse">
            <a:avLst/>
          </a:prstGeom>
          <a:solidFill>
            <a:srgbClr val="E8E2D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4154" y="2141525"/>
            <a:ext cx="563270" cy="5632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77240" y="310896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" y="3182112"/>
            <a:ext cx="310896" cy="31089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3703320"/>
            <a:ext cx="29970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B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testimonial quote here — how the program helped her rebuild her life.]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777240" y="557784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[Name], Program Participant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4368698" y="1600200"/>
            <a:ext cx="3454298" cy="4480560"/>
          </a:xfrm>
          <a:prstGeom prst="roundRect">
            <a:avLst>
              <a:gd name="adj" fmla="val 2118"/>
            </a:avLst>
          </a:prstGeom>
          <a:solidFill>
            <a:srgbClr val="F7F1EA"/>
          </a:solidFill>
          <a:ln/>
        </p:spPr>
      </p:sp>
      <p:sp>
        <p:nvSpPr>
          <p:cNvPr id="12" name="Shape 8"/>
          <p:cNvSpPr/>
          <p:nvPr/>
        </p:nvSpPr>
        <p:spPr>
          <a:xfrm>
            <a:off x="5592928" y="1920240"/>
            <a:ext cx="1005840" cy="1005840"/>
          </a:xfrm>
          <a:prstGeom prst="ellipse">
            <a:avLst/>
          </a:prstGeom>
          <a:solidFill>
            <a:srgbClr val="E8E2DD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4212" y="2141525"/>
            <a:ext cx="563270" cy="56327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4597298" y="310896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0450" y="3182112"/>
            <a:ext cx="310896" cy="31089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97298" y="3703320"/>
            <a:ext cx="29970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B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testimonial quote here — how the program helped her rebuild her life.]</a:t>
            </a:r>
            <a:endParaRPr lang="en-US" sz="1200" dirty="0"/>
          </a:p>
        </p:txBody>
      </p:sp>
      <p:sp>
        <p:nvSpPr>
          <p:cNvPr id="17" name="Text 11"/>
          <p:cNvSpPr/>
          <p:nvPr/>
        </p:nvSpPr>
        <p:spPr>
          <a:xfrm>
            <a:off x="4597298" y="557784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[Name], Program Participant</a:t>
            </a:r>
            <a:endParaRPr lang="en-US" sz="1100" dirty="0"/>
          </a:p>
        </p:txBody>
      </p:sp>
      <p:sp>
        <p:nvSpPr>
          <p:cNvPr id="18" name="Shape 12"/>
          <p:cNvSpPr/>
          <p:nvPr/>
        </p:nvSpPr>
        <p:spPr>
          <a:xfrm>
            <a:off x="8188757" y="1600200"/>
            <a:ext cx="3454298" cy="4480560"/>
          </a:xfrm>
          <a:prstGeom prst="roundRect">
            <a:avLst>
              <a:gd name="adj" fmla="val 2118"/>
            </a:avLst>
          </a:prstGeom>
          <a:solidFill>
            <a:srgbClr val="F7F1EA"/>
          </a:solidFill>
          <a:ln/>
        </p:spPr>
      </p:sp>
      <p:sp>
        <p:nvSpPr>
          <p:cNvPr id="19" name="Shape 13"/>
          <p:cNvSpPr/>
          <p:nvPr/>
        </p:nvSpPr>
        <p:spPr>
          <a:xfrm>
            <a:off x="9412986" y="1920240"/>
            <a:ext cx="1005840" cy="1005840"/>
          </a:xfrm>
          <a:prstGeom prst="ellipse">
            <a:avLst/>
          </a:prstGeom>
          <a:solidFill>
            <a:srgbClr val="E8E2DD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4271" y="2141525"/>
            <a:ext cx="563270" cy="563270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8417357" y="3108960"/>
            <a:ext cx="457200" cy="45720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90509" y="3182112"/>
            <a:ext cx="310896" cy="310896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8417357" y="3703320"/>
            <a:ext cx="2997098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2B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[Insert testimonial quote here — how the program helped her rebuild her life.]</a:t>
            </a:r>
            <a:endParaRPr lang="en-US" sz="1200" dirty="0"/>
          </a:p>
        </p:txBody>
      </p:sp>
      <p:sp>
        <p:nvSpPr>
          <p:cNvPr id="24" name="Text 16"/>
          <p:cNvSpPr/>
          <p:nvPr/>
        </p:nvSpPr>
        <p:spPr>
          <a:xfrm>
            <a:off x="8417357" y="5577840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267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[Name], Program Participant</a:t>
            </a:r>
            <a:endParaRPr lang="en-US" sz="1100" dirty="0"/>
          </a:p>
        </p:txBody>
      </p:sp>
      <p:sp>
        <p:nvSpPr>
          <p:cNvPr id="25" name="Text 17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FOR YOUNG WOMEN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Moments of Transformation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880360" cy="2148840"/>
          </a:xfrm>
          <a:prstGeom prst="roundRect">
            <a:avLst>
              <a:gd name="adj" fmla="val 3404"/>
            </a:avLst>
          </a:prstGeom>
          <a:solidFill>
            <a:srgbClr val="E8E2DD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87982" y="2053742"/>
            <a:ext cx="601675" cy="60167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" y="274685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Gathering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3611880" y="1417320"/>
            <a:ext cx="2880360" cy="2148840"/>
          </a:xfrm>
          <a:prstGeom prst="roundRect">
            <a:avLst>
              <a:gd name="adj" fmla="val 3404"/>
            </a:avLst>
          </a:prstGeom>
          <a:solidFill>
            <a:srgbClr val="E8E2D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1222" y="2053742"/>
            <a:ext cx="601675" cy="6016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749040" y="274685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Training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548640" y="3749040"/>
            <a:ext cx="2880360" cy="2148840"/>
          </a:xfrm>
          <a:prstGeom prst="roundRect">
            <a:avLst>
              <a:gd name="adj" fmla="val 3404"/>
            </a:avLst>
          </a:prstGeom>
          <a:solidFill>
            <a:srgbClr val="E8E2DD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7982" y="4385462"/>
            <a:ext cx="601675" cy="6016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85800" y="507857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Circle</a:t>
            </a:r>
            <a:endParaRPr lang="en-US" sz="1000" dirty="0"/>
          </a:p>
        </p:txBody>
      </p:sp>
      <p:sp>
        <p:nvSpPr>
          <p:cNvPr id="12" name="Shape 7"/>
          <p:cNvSpPr/>
          <p:nvPr/>
        </p:nvSpPr>
        <p:spPr>
          <a:xfrm>
            <a:off x="3611880" y="3749040"/>
            <a:ext cx="2880360" cy="2148840"/>
          </a:xfrm>
          <a:prstGeom prst="roundRect">
            <a:avLst>
              <a:gd name="adj" fmla="val 3404"/>
            </a:avLst>
          </a:prstGeom>
          <a:solidFill>
            <a:srgbClr val="E8E2DD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1222" y="4385462"/>
            <a:ext cx="601675" cy="6016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3749040" y="507857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Celebration Day</a:t>
            </a:r>
            <a:endParaRPr lang="en-US" sz="1000" dirty="0"/>
          </a:p>
        </p:txBody>
      </p:sp>
      <p:sp>
        <p:nvSpPr>
          <p:cNvPr id="15" name="Text 9"/>
          <p:cNvSpPr/>
          <p:nvPr/>
        </p:nvSpPr>
        <p:spPr>
          <a:xfrm>
            <a:off x="6766560" y="1600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[XX]</a:t>
            </a:r>
            <a:endParaRPr lang="en-US" sz="4600" dirty="0"/>
          </a:p>
        </p:txBody>
      </p:sp>
      <p:sp>
        <p:nvSpPr>
          <p:cNvPr id="16" name="Text 10"/>
          <p:cNvSpPr/>
          <p:nvPr/>
        </p:nvSpPr>
        <p:spPr>
          <a:xfrm>
            <a:off x="8686800" y="170992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Women reached through the program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766560" y="2743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[XX]</a:t>
            </a:r>
            <a:endParaRPr lang="en-US" sz="4600" dirty="0"/>
          </a:p>
        </p:txBody>
      </p:sp>
      <p:sp>
        <p:nvSpPr>
          <p:cNvPr id="18" name="Text 12"/>
          <p:cNvSpPr/>
          <p:nvPr/>
        </p:nvSpPr>
        <p:spPr>
          <a:xfrm>
            <a:off x="8686800" y="285292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supported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766560" y="38862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[XX]</a:t>
            </a:r>
            <a:endParaRPr lang="en-US" sz="4600" dirty="0"/>
          </a:p>
        </p:txBody>
      </p:sp>
      <p:sp>
        <p:nvSpPr>
          <p:cNvPr id="20" name="Text 14"/>
          <p:cNvSpPr/>
          <p:nvPr/>
        </p:nvSpPr>
        <p:spPr>
          <a:xfrm>
            <a:off x="8686800" y="3995928"/>
            <a:ext cx="2834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17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Testimonials of restored hope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6766560" y="5074920"/>
            <a:ext cx="4876495" cy="1051560"/>
          </a:xfrm>
          <a:prstGeom prst="roundRect">
            <a:avLst>
              <a:gd name="adj" fmla="val 6957"/>
            </a:avLst>
          </a:prstGeom>
          <a:solidFill>
            <a:srgbClr val="F7F1EA"/>
          </a:solidFill>
          <a:ln/>
        </p:spPr>
      </p:sp>
      <p:sp>
        <p:nvSpPr>
          <p:cNvPr id="22" name="Text 16"/>
          <p:cNvSpPr/>
          <p:nvPr/>
        </p:nvSpPr>
        <p:spPr>
          <a:xfrm>
            <a:off x="6949440" y="5074920"/>
            <a:ext cx="4510735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reflect our program's growing reach — update with current totals before sharing.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FOR YOUNG WOMEN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A2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4A1F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Join Us in Restoring Dignity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9348" y="1508028"/>
            <a:ext cx="385511" cy="3855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80160" y="139903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Donate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280160" y="170992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gift funds counseling, mentorship, and emergency support for young women in crisis.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48640" y="265176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348" y="2742468"/>
            <a:ext cx="385511" cy="38551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63347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Volunteer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1280160" y="294436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Mentor, teach a skill, or simply walk alongside a woman on her journey.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548640" y="3886200"/>
            <a:ext cx="566928" cy="566928"/>
          </a:xfrm>
          <a:prstGeom prst="ellipse">
            <a:avLst/>
          </a:prstGeom>
          <a:solidFill>
            <a:srgbClr val="C9A22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348" y="3976908"/>
            <a:ext cx="385511" cy="38551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80160" y="3867912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Partner With Us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1280160" y="4178808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Churches and organizations can partner to expand this work in more communities.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257800"/>
            <a:ext cx="274320" cy="27432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960120" y="5212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info@hopeforyoungwomen.org  (placeholder)</a:t>
            </a:r>
            <a:endParaRPr lang="en-US" sz="11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5623560"/>
            <a:ext cx="274320" cy="27432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960120" y="55778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9DC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www.hopeforyoungwomen.org  (placeholder)</a:t>
            </a:r>
            <a:endParaRPr lang="en-US" sz="1150" dirty="0"/>
          </a:p>
        </p:txBody>
      </p:sp>
      <p:sp>
        <p:nvSpPr>
          <p:cNvPr id="19" name="Shape 12"/>
          <p:cNvSpPr/>
          <p:nvPr/>
        </p:nvSpPr>
        <p:spPr>
          <a:xfrm>
            <a:off x="6309360" y="1417320"/>
            <a:ext cx="5333695" cy="4663440"/>
          </a:xfrm>
          <a:prstGeom prst="roundRect">
            <a:avLst>
              <a:gd name="adj" fmla="val 1961"/>
            </a:avLst>
          </a:prstGeom>
          <a:solidFill>
            <a:srgbClr val="F7F1EA"/>
          </a:solidFill>
          <a:ln/>
        </p:spPr>
      </p:sp>
      <p:sp>
        <p:nvSpPr>
          <p:cNvPr id="20" name="Text 13"/>
          <p:cNvSpPr/>
          <p:nvPr/>
        </p:nvSpPr>
        <p:spPr>
          <a:xfrm>
            <a:off x="6629400" y="1691640"/>
            <a:ext cx="46936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Give via PayPal</a:t>
            </a:r>
            <a:endParaRPr lang="en-US" sz="1800" dirty="0"/>
          </a:p>
        </p:txBody>
      </p:sp>
      <p:sp>
        <p:nvSpPr>
          <p:cNvPr id="21" name="Shape 14"/>
          <p:cNvSpPr/>
          <p:nvPr/>
        </p:nvSpPr>
        <p:spPr>
          <a:xfrm>
            <a:off x="8473288" y="2286000"/>
            <a:ext cx="1005840" cy="1005840"/>
          </a:xfrm>
          <a:prstGeom prst="ellipse">
            <a:avLst/>
          </a:prstGeom>
          <a:solidFill>
            <a:srgbClr val="6D2E46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4222" y="2446934"/>
            <a:ext cx="683971" cy="683971"/>
          </a:xfrm>
          <a:prstGeom prst="rect">
            <a:avLst/>
          </a:prstGeom>
        </p:spPr>
      </p:pic>
      <p:sp>
        <p:nvSpPr>
          <p:cNvPr id="23" name="Shape 15"/>
          <p:cNvSpPr/>
          <p:nvPr/>
        </p:nvSpPr>
        <p:spPr>
          <a:xfrm>
            <a:off x="6629400" y="3566160"/>
            <a:ext cx="4693615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A26769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6629400" y="3566160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paypal.me/HopeForYoungWomen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6629400" y="4206240"/>
            <a:ext cx="46936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B5D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(placeholder — replace with your organization's PayPal.me link or account email)</a:t>
            </a:r>
            <a:endParaRPr lang="en-US" sz="950" dirty="0"/>
          </a:p>
        </p:txBody>
      </p:sp>
      <p:sp>
        <p:nvSpPr>
          <p:cNvPr id="26" name="Shape 18"/>
          <p:cNvSpPr/>
          <p:nvPr/>
        </p:nvSpPr>
        <p:spPr>
          <a:xfrm>
            <a:off x="8153248" y="4846320"/>
            <a:ext cx="1645920" cy="1051560"/>
          </a:xfrm>
          <a:prstGeom prst="roundRect">
            <a:avLst>
              <a:gd name="adj" fmla="val 6957"/>
            </a:avLst>
          </a:prstGeom>
          <a:solidFill>
            <a:srgbClr val="E8E2DD"/>
          </a:solidFill>
          <a:ln/>
        </p:spPr>
      </p:sp>
      <p:pic>
        <p:nvPicPr>
          <p:cNvPr id="2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28989" y="5087722"/>
            <a:ext cx="294437" cy="294437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8290408" y="547359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Code</a:t>
            </a:r>
            <a:endParaRPr lang="en-US" sz="1000" dirty="0"/>
          </a:p>
        </p:txBody>
      </p:sp>
      <p:sp>
        <p:nvSpPr>
          <p:cNvPr id="29" name="Text 20"/>
          <p:cNvSpPr/>
          <p:nvPr/>
        </p:nvSpPr>
        <p:spPr>
          <a:xfrm>
            <a:off x="457200" y="64922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FOR YOUNG WOMEN</a:t>
            </a:r>
            <a:endParaRPr lang="en-US" sz="900" dirty="0"/>
          </a:p>
        </p:txBody>
      </p:sp>
      <p:sp>
        <p:nvSpPr>
          <p:cNvPr id="30" name="Text 21"/>
          <p:cNvSpPr/>
          <p:nvPr/>
        </p:nvSpPr>
        <p:spPr>
          <a:xfrm>
            <a:off x="1136873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D9C9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2026-07-29T14:20:34Z</dcterms:created>
  <dcterms:modified xsi:type="dcterms:W3CDTF">2026-07-29T14:20:34Z</dcterms:modified>
</cp:coreProperties>
</file>